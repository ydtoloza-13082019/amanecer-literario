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652" r:id="rId5"/>
    <p:sldId id="264" r:id="rId6"/>
    <p:sldId id="653" r:id="rId7"/>
    <p:sldId id="654" r:id="rId8"/>
    <p:sldId id="655" r:id="rId9"/>
    <p:sldId id="656" r:id="rId10"/>
    <p:sldId id="657" r:id="rId11"/>
    <p:sldId id="263" r:id="rId12"/>
  </p:sldIdLst>
  <p:sldSz cx="18288000" cy="10287000"/>
  <p:notesSz cx="6858000" cy="9144000"/>
  <p:embeddedFontLst>
    <p:embeddedFont>
      <p:font typeface="Aglet Sans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entra No2 Light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85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4434D-4E63-4866-A72C-001EC99DE623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C619D-169D-41B2-9F90-94733545F2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855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A0FBAC-DE7A-7AAE-DFD0-B23C3ADF26E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4795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CO" sz="600">
                <a:solidFill>
                  <a:srgbClr val="0000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Documento/Email Para uso compartido Público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3839" y="-325064"/>
            <a:ext cx="19428801" cy="10829092"/>
            <a:chOff x="0" y="0"/>
            <a:chExt cx="5117051" cy="28521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7050" cy="2852107"/>
            </a:xfrm>
            <a:custGeom>
              <a:avLst/>
              <a:gdLst/>
              <a:ahLst/>
              <a:cxnLst/>
              <a:rect l="l" t="t" r="r" b="b"/>
              <a:pathLst>
                <a:path w="5117050" h="2852107">
                  <a:moveTo>
                    <a:pt x="0" y="0"/>
                  </a:moveTo>
                  <a:lnTo>
                    <a:pt x="5117050" y="0"/>
                  </a:lnTo>
                  <a:lnTo>
                    <a:pt x="5117050" y="2852107"/>
                  </a:lnTo>
                  <a:lnTo>
                    <a:pt x="0" y="2852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5117051" cy="2794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2549" y="4866973"/>
            <a:ext cx="1575172" cy="910708"/>
            <a:chOff x="0" y="0"/>
            <a:chExt cx="2100229" cy="121427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50114" cy="1214277"/>
              <a:chOff x="0" y="0"/>
              <a:chExt cx="867410" cy="115189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510" y="165878"/>
                <a:ext cx="580390" cy="670148"/>
              </a:xfrm>
              <a:custGeom>
                <a:avLst/>
                <a:gdLst/>
                <a:ahLst/>
                <a:cxnLst/>
                <a:rect l="l" t="t" r="r" b="b"/>
                <a:pathLst>
                  <a:path w="580390" h="670148">
                    <a:moveTo>
                      <a:pt x="198120" y="670149"/>
                    </a:moveTo>
                    <a:lnTo>
                      <a:pt x="0" y="670149"/>
                    </a:lnTo>
                    <a:lnTo>
                      <a:pt x="383540" y="335074"/>
                    </a:lnTo>
                    <a:lnTo>
                      <a:pt x="0" y="0"/>
                    </a:lnTo>
                    <a:lnTo>
                      <a:pt x="198120" y="0"/>
                    </a:lnTo>
                    <a:lnTo>
                      <a:pt x="580390" y="335074"/>
                    </a:lnTo>
                    <a:close/>
                  </a:path>
                </a:pathLst>
              </a:custGeom>
              <a:solidFill>
                <a:srgbClr val="FFBB00"/>
              </a:solidFill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525057" y="0"/>
              <a:ext cx="1050114" cy="1214277"/>
              <a:chOff x="0" y="0"/>
              <a:chExt cx="867410" cy="11518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3510" y="165878"/>
                <a:ext cx="580390" cy="670148"/>
              </a:xfrm>
              <a:custGeom>
                <a:avLst/>
                <a:gdLst/>
                <a:ahLst/>
                <a:cxnLst/>
                <a:rect l="l" t="t" r="r" b="b"/>
                <a:pathLst>
                  <a:path w="580390" h="670148">
                    <a:moveTo>
                      <a:pt x="198120" y="670149"/>
                    </a:moveTo>
                    <a:lnTo>
                      <a:pt x="0" y="670149"/>
                    </a:lnTo>
                    <a:lnTo>
                      <a:pt x="383540" y="335074"/>
                    </a:lnTo>
                    <a:lnTo>
                      <a:pt x="0" y="0"/>
                    </a:lnTo>
                    <a:lnTo>
                      <a:pt x="198120" y="0"/>
                    </a:lnTo>
                    <a:lnTo>
                      <a:pt x="580390" y="335074"/>
                    </a:lnTo>
                    <a:close/>
                  </a:path>
                </a:pathLst>
              </a:custGeom>
              <a:solidFill>
                <a:srgbClr val="FFBB00"/>
              </a:solidFill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50114" y="0"/>
              <a:ext cx="1050114" cy="1214277"/>
              <a:chOff x="0" y="0"/>
              <a:chExt cx="867410" cy="115189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3510" y="165878"/>
                <a:ext cx="580390" cy="670148"/>
              </a:xfrm>
              <a:custGeom>
                <a:avLst/>
                <a:gdLst/>
                <a:ahLst/>
                <a:cxnLst/>
                <a:rect l="l" t="t" r="r" b="b"/>
                <a:pathLst>
                  <a:path w="580390" h="670148">
                    <a:moveTo>
                      <a:pt x="198120" y="670149"/>
                    </a:moveTo>
                    <a:lnTo>
                      <a:pt x="0" y="670149"/>
                    </a:lnTo>
                    <a:lnTo>
                      <a:pt x="383540" y="335074"/>
                    </a:lnTo>
                    <a:lnTo>
                      <a:pt x="0" y="0"/>
                    </a:lnTo>
                    <a:lnTo>
                      <a:pt x="198120" y="0"/>
                    </a:lnTo>
                    <a:lnTo>
                      <a:pt x="580390" y="335074"/>
                    </a:lnTo>
                    <a:close/>
                  </a:path>
                </a:pathLst>
              </a:custGeom>
              <a:solidFill>
                <a:srgbClr val="FFBB00"/>
              </a:solidFill>
            </p:spPr>
            <p:txBody>
              <a:bodyPr/>
              <a:lstStyle/>
              <a:p>
                <a:endParaRPr lang="es-CO"/>
              </a:p>
            </p:txBody>
          </p:sp>
        </p:grpSp>
      </p:grpSp>
      <p:sp>
        <p:nvSpPr>
          <p:cNvPr id="12" name="Freeform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3843" y="8490552"/>
            <a:ext cx="2253488" cy="2013476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55" r="-1" b="-2787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07811" y="-325064"/>
            <a:ext cx="10517147" cy="13025882"/>
          </a:xfrm>
          <a:custGeom>
            <a:avLst/>
            <a:gdLst/>
            <a:ahLst/>
            <a:cxnLst/>
            <a:rect l="l" t="t" r="r" b="b"/>
            <a:pathLst>
              <a:path w="15114635" h="15114635">
                <a:moveTo>
                  <a:pt x="0" y="0"/>
                </a:moveTo>
                <a:lnTo>
                  <a:pt x="15114635" y="0"/>
                </a:lnTo>
                <a:lnTo>
                  <a:pt x="15114635" y="15114634"/>
                </a:lnTo>
                <a:lnTo>
                  <a:pt x="0" y="15114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035" r="-4371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TextBox 14"/>
          <p:cNvSpPr txBox="1"/>
          <p:nvPr/>
        </p:nvSpPr>
        <p:spPr>
          <a:xfrm>
            <a:off x="1787720" y="4817506"/>
            <a:ext cx="8313941" cy="26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64"/>
              </a:lnSpc>
            </a:pPr>
            <a:r>
              <a:rPr lang="en-US" sz="11818" b="1" dirty="0" err="1">
                <a:solidFill>
                  <a:srgbClr val="F0F0F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Titulo</a:t>
            </a:r>
            <a:r>
              <a:rPr lang="en-US" sz="11818" b="1" dirty="0">
                <a:solidFill>
                  <a:srgbClr val="F0F0F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 del </a:t>
            </a:r>
            <a:r>
              <a:rPr lang="en-US" sz="11818" b="1" dirty="0" err="1">
                <a:solidFill>
                  <a:srgbClr val="F0F0F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proyecto</a:t>
            </a:r>
            <a:endParaRPr lang="en-US" sz="11818" b="1" dirty="0">
              <a:solidFill>
                <a:srgbClr val="F0F0F0"/>
              </a:solidFill>
              <a:latin typeface="Aglet Sans Bold"/>
              <a:ea typeface="Aglet Sans Bold"/>
              <a:cs typeface="Aglet Sans Bold"/>
              <a:sym typeface="Aglet Sans Bold"/>
            </a:endParaRPr>
          </a:p>
        </p:txBody>
      </p:sp>
      <p:sp>
        <p:nvSpPr>
          <p:cNvPr id="15" name="Freeform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223" y="868112"/>
            <a:ext cx="10988142" cy="9635916"/>
          </a:xfrm>
          <a:custGeom>
            <a:avLst/>
            <a:gdLst/>
            <a:ahLst/>
            <a:cxnLst/>
            <a:rect l="l" t="t" r="r" b="b"/>
            <a:pathLst>
              <a:path w="10988142" h="10950384">
                <a:moveTo>
                  <a:pt x="0" y="0"/>
                </a:moveTo>
                <a:lnTo>
                  <a:pt x="10988142" y="0"/>
                </a:lnTo>
                <a:lnTo>
                  <a:pt x="10988142" y="10950384"/>
                </a:lnTo>
                <a:lnTo>
                  <a:pt x="0" y="1095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1072" t="-5176" r="-59544" b="-15222"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16" name="Freeform 16"/>
          <p:cNvSpPr/>
          <p:nvPr/>
        </p:nvSpPr>
        <p:spPr>
          <a:xfrm>
            <a:off x="1887378" y="1028700"/>
            <a:ext cx="6040940" cy="1779181"/>
          </a:xfrm>
          <a:custGeom>
            <a:avLst/>
            <a:gdLst/>
            <a:ahLst/>
            <a:cxnLst/>
            <a:rect l="l" t="t" r="r" b="b"/>
            <a:pathLst>
              <a:path w="6040940" h="1779181">
                <a:moveTo>
                  <a:pt x="0" y="0"/>
                </a:moveTo>
                <a:lnTo>
                  <a:pt x="6040940" y="0"/>
                </a:lnTo>
                <a:lnTo>
                  <a:pt x="6040940" y="1779181"/>
                </a:lnTo>
                <a:lnTo>
                  <a:pt x="0" y="1779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TextBox 17"/>
          <p:cNvSpPr txBox="1"/>
          <p:nvPr/>
        </p:nvSpPr>
        <p:spPr>
          <a:xfrm>
            <a:off x="1787720" y="7854842"/>
            <a:ext cx="7356280" cy="529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27"/>
              </a:lnSpc>
            </a:pPr>
            <a:r>
              <a:rPr lang="en-US" sz="4799" b="1" dirty="0" err="1">
                <a:solidFill>
                  <a:srgbClr val="FFBB0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Nombre</a:t>
            </a:r>
            <a:r>
              <a:rPr lang="en-US" sz="4799" b="1" dirty="0">
                <a:solidFill>
                  <a:srgbClr val="FFBB0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 del </a:t>
            </a:r>
            <a:r>
              <a:rPr lang="en-US" sz="4799" b="1" dirty="0" err="1">
                <a:solidFill>
                  <a:srgbClr val="FFBB0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Estudiante</a:t>
            </a:r>
            <a:endParaRPr lang="en-US" sz="4799" b="1" dirty="0">
              <a:solidFill>
                <a:srgbClr val="FFBB00"/>
              </a:solidFill>
              <a:latin typeface="Aglet Sans Bold"/>
              <a:ea typeface="Aglet Sans Bold"/>
              <a:cs typeface="Aglet Sans Bold"/>
              <a:sym typeface="Aglet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87720" y="8357155"/>
            <a:ext cx="7177922" cy="550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5"/>
              </a:lnSpc>
              <a:spcBef>
                <a:spcPct val="0"/>
              </a:spcBef>
            </a:pPr>
            <a:r>
              <a:rPr lang="en-US" sz="3168" dirty="0" err="1">
                <a:solidFill>
                  <a:srgbClr val="FFFFFF"/>
                </a:solidFill>
                <a:latin typeface="Aglet Sans"/>
                <a:ea typeface="Aglet Sans"/>
                <a:cs typeface="Aglet Sans"/>
                <a:sym typeface="Aglet Sans"/>
              </a:rPr>
              <a:t>Prácticante</a:t>
            </a:r>
            <a:endParaRPr lang="en-US" sz="3168" dirty="0">
              <a:solidFill>
                <a:srgbClr val="FFFFFF"/>
              </a:solidFill>
              <a:latin typeface="Aglet Sans"/>
              <a:ea typeface="Aglet Sans"/>
              <a:cs typeface="Aglet Sans"/>
              <a:sym typeface="Agle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06200" y="-11290"/>
            <a:ext cx="148180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3756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995190"/>
            <a:ext cx="8081322" cy="8291810"/>
          </a:xfrm>
          <a:custGeom>
            <a:avLst/>
            <a:gdLst/>
            <a:ahLst/>
            <a:cxnLst/>
            <a:rect l="l" t="t" r="r" b="b"/>
            <a:pathLst>
              <a:path w="11616318" h="11616318">
                <a:moveTo>
                  <a:pt x="0" y="0"/>
                </a:moveTo>
                <a:lnTo>
                  <a:pt x="11616318" y="0"/>
                </a:lnTo>
                <a:lnTo>
                  <a:pt x="11616318" y="11616318"/>
                </a:lnTo>
                <a:lnTo>
                  <a:pt x="0" y="11616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43" r="-1" b="-4009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1028700" y="5558184"/>
            <a:ext cx="7052622" cy="2295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9817" spc="-196">
                <a:solidFill>
                  <a:srgbClr val="FFBB00"/>
                </a:solidFill>
                <a:latin typeface="Aglet Sans"/>
                <a:ea typeface="Aglet Sans"/>
                <a:cs typeface="Aglet Sans"/>
                <a:sym typeface="Aglet Sans"/>
              </a:rPr>
              <a:t>TABLA DE</a:t>
            </a:r>
            <a:r>
              <a:rPr lang="en-US" sz="9817" b="1" spc="-196">
                <a:solidFill>
                  <a:srgbClr val="FFBB0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 CONTENIDO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07258" y="6958058"/>
            <a:ext cx="7752042" cy="1222704"/>
            <a:chOff x="0" y="0"/>
            <a:chExt cx="2812374" cy="4435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2374" cy="443586"/>
            </a:xfrm>
            <a:custGeom>
              <a:avLst/>
              <a:gdLst/>
              <a:ahLst/>
              <a:cxnLst/>
              <a:rect l="l" t="t" r="r" b="b"/>
              <a:pathLst>
                <a:path w="2812374" h="443586">
                  <a:moveTo>
                    <a:pt x="99869" y="0"/>
                  </a:moveTo>
                  <a:lnTo>
                    <a:pt x="2712504" y="0"/>
                  </a:lnTo>
                  <a:cubicBezTo>
                    <a:pt x="2738991" y="0"/>
                    <a:pt x="2764393" y="10522"/>
                    <a:pt x="2783123" y="29251"/>
                  </a:cubicBezTo>
                  <a:cubicBezTo>
                    <a:pt x="2801852" y="47980"/>
                    <a:pt x="2812374" y="73382"/>
                    <a:pt x="2812374" y="99869"/>
                  </a:cubicBezTo>
                  <a:lnTo>
                    <a:pt x="2812374" y="343717"/>
                  </a:lnTo>
                  <a:cubicBezTo>
                    <a:pt x="2812374" y="370204"/>
                    <a:pt x="2801852" y="395606"/>
                    <a:pt x="2783123" y="414335"/>
                  </a:cubicBezTo>
                  <a:cubicBezTo>
                    <a:pt x="2764393" y="433064"/>
                    <a:pt x="2738991" y="443586"/>
                    <a:pt x="2712504" y="443586"/>
                  </a:cubicBezTo>
                  <a:lnTo>
                    <a:pt x="99869" y="443586"/>
                  </a:lnTo>
                  <a:cubicBezTo>
                    <a:pt x="73382" y="443586"/>
                    <a:pt x="47980" y="433064"/>
                    <a:pt x="29251" y="414335"/>
                  </a:cubicBezTo>
                  <a:cubicBezTo>
                    <a:pt x="10522" y="395606"/>
                    <a:pt x="0" y="370204"/>
                    <a:pt x="0" y="343717"/>
                  </a:cubicBezTo>
                  <a:lnTo>
                    <a:pt x="0" y="99869"/>
                  </a:lnTo>
                  <a:cubicBezTo>
                    <a:pt x="0" y="73382"/>
                    <a:pt x="10522" y="47980"/>
                    <a:pt x="29251" y="29251"/>
                  </a:cubicBezTo>
                  <a:cubicBezTo>
                    <a:pt x="47980" y="10522"/>
                    <a:pt x="73382" y="0"/>
                    <a:pt x="99869" y="0"/>
                  </a:cubicBezTo>
                  <a:close/>
                </a:path>
              </a:pathLst>
            </a:custGeom>
            <a:ln w="38100" cap="rnd">
              <a:solidFill>
                <a:srgbClr val="FFBB00"/>
              </a:soli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812374" cy="500736"/>
            </a:xfrm>
            <a:prstGeom prst="rect">
              <a:avLst/>
            </a:prstGeom>
          </p:spPr>
          <p:txBody>
            <a:bodyPr lIns="57178" tIns="57178" rIns="57178" bIns="57178" rtlCol="0" anchor="ctr"/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7258" y="5570968"/>
            <a:ext cx="7752042" cy="1222704"/>
            <a:chOff x="0" y="0"/>
            <a:chExt cx="2812374" cy="4435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12374" cy="443586"/>
            </a:xfrm>
            <a:custGeom>
              <a:avLst/>
              <a:gdLst/>
              <a:ahLst/>
              <a:cxnLst/>
              <a:rect l="l" t="t" r="r" b="b"/>
              <a:pathLst>
                <a:path w="2812374" h="443586">
                  <a:moveTo>
                    <a:pt x="99869" y="0"/>
                  </a:moveTo>
                  <a:lnTo>
                    <a:pt x="2712504" y="0"/>
                  </a:lnTo>
                  <a:cubicBezTo>
                    <a:pt x="2738991" y="0"/>
                    <a:pt x="2764393" y="10522"/>
                    <a:pt x="2783123" y="29251"/>
                  </a:cubicBezTo>
                  <a:cubicBezTo>
                    <a:pt x="2801852" y="47980"/>
                    <a:pt x="2812374" y="73382"/>
                    <a:pt x="2812374" y="99869"/>
                  </a:cubicBezTo>
                  <a:lnTo>
                    <a:pt x="2812374" y="343717"/>
                  </a:lnTo>
                  <a:cubicBezTo>
                    <a:pt x="2812374" y="370204"/>
                    <a:pt x="2801852" y="395606"/>
                    <a:pt x="2783123" y="414335"/>
                  </a:cubicBezTo>
                  <a:cubicBezTo>
                    <a:pt x="2764393" y="433064"/>
                    <a:pt x="2738991" y="443586"/>
                    <a:pt x="2712504" y="443586"/>
                  </a:cubicBezTo>
                  <a:lnTo>
                    <a:pt x="99869" y="443586"/>
                  </a:lnTo>
                  <a:cubicBezTo>
                    <a:pt x="73382" y="443586"/>
                    <a:pt x="47980" y="433064"/>
                    <a:pt x="29251" y="414335"/>
                  </a:cubicBezTo>
                  <a:cubicBezTo>
                    <a:pt x="10522" y="395606"/>
                    <a:pt x="0" y="370204"/>
                    <a:pt x="0" y="343717"/>
                  </a:cubicBezTo>
                  <a:lnTo>
                    <a:pt x="0" y="99869"/>
                  </a:lnTo>
                  <a:cubicBezTo>
                    <a:pt x="0" y="73382"/>
                    <a:pt x="10522" y="47980"/>
                    <a:pt x="29251" y="29251"/>
                  </a:cubicBezTo>
                  <a:cubicBezTo>
                    <a:pt x="47980" y="10522"/>
                    <a:pt x="73382" y="0"/>
                    <a:pt x="99869" y="0"/>
                  </a:cubicBezTo>
                  <a:close/>
                </a:path>
              </a:pathLst>
            </a:custGeom>
            <a:solidFill>
              <a:srgbClr val="FFBB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812374" cy="500736"/>
            </a:xfrm>
            <a:prstGeom prst="rect">
              <a:avLst/>
            </a:prstGeom>
          </p:spPr>
          <p:txBody>
            <a:bodyPr lIns="57178" tIns="57178" rIns="57178" bIns="57178" rtlCol="0" anchor="ctr"/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07258" y="4183879"/>
            <a:ext cx="7752042" cy="1222704"/>
            <a:chOff x="0" y="0"/>
            <a:chExt cx="2812374" cy="4435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12374" cy="443586"/>
            </a:xfrm>
            <a:custGeom>
              <a:avLst/>
              <a:gdLst/>
              <a:ahLst/>
              <a:cxnLst/>
              <a:rect l="l" t="t" r="r" b="b"/>
              <a:pathLst>
                <a:path w="2812374" h="443586">
                  <a:moveTo>
                    <a:pt x="99869" y="0"/>
                  </a:moveTo>
                  <a:lnTo>
                    <a:pt x="2712504" y="0"/>
                  </a:lnTo>
                  <a:cubicBezTo>
                    <a:pt x="2738991" y="0"/>
                    <a:pt x="2764393" y="10522"/>
                    <a:pt x="2783123" y="29251"/>
                  </a:cubicBezTo>
                  <a:cubicBezTo>
                    <a:pt x="2801852" y="47980"/>
                    <a:pt x="2812374" y="73382"/>
                    <a:pt x="2812374" y="99869"/>
                  </a:cubicBezTo>
                  <a:lnTo>
                    <a:pt x="2812374" y="343717"/>
                  </a:lnTo>
                  <a:cubicBezTo>
                    <a:pt x="2812374" y="370204"/>
                    <a:pt x="2801852" y="395606"/>
                    <a:pt x="2783123" y="414335"/>
                  </a:cubicBezTo>
                  <a:cubicBezTo>
                    <a:pt x="2764393" y="433064"/>
                    <a:pt x="2738991" y="443586"/>
                    <a:pt x="2712504" y="443586"/>
                  </a:cubicBezTo>
                  <a:lnTo>
                    <a:pt x="99869" y="443586"/>
                  </a:lnTo>
                  <a:cubicBezTo>
                    <a:pt x="73382" y="443586"/>
                    <a:pt x="47980" y="433064"/>
                    <a:pt x="29251" y="414335"/>
                  </a:cubicBezTo>
                  <a:cubicBezTo>
                    <a:pt x="10522" y="395606"/>
                    <a:pt x="0" y="370204"/>
                    <a:pt x="0" y="343717"/>
                  </a:cubicBezTo>
                  <a:lnTo>
                    <a:pt x="0" y="99869"/>
                  </a:lnTo>
                  <a:cubicBezTo>
                    <a:pt x="0" y="73382"/>
                    <a:pt x="10522" y="47980"/>
                    <a:pt x="29251" y="29251"/>
                  </a:cubicBezTo>
                  <a:cubicBezTo>
                    <a:pt x="47980" y="10522"/>
                    <a:pt x="73382" y="0"/>
                    <a:pt x="99869" y="0"/>
                  </a:cubicBezTo>
                  <a:close/>
                </a:path>
              </a:pathLst>
            </a:custGeom>
            <a:ln w="38100" cap="rnd">
              <a:solidFill>
                <a:srgbClr val="FFBB00"/>
              </a:soli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812374" cy="500736"/>
            </a:xfrm>
            <a:prstGeom prst="rect">
              <a:avLst/>
            </a:prstGeom>
          </p:spPr>
          <p:txBody>
            <a:bodyPr lIns="57178" tIns="57178" rIns="57178" bIns="57178" rtlCol="0" anchor="ctr"/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07258" y="2796790"/>
            <a:ext cx="7752042" cy="1222704"/>
            <a:chOff x="0" y="0"/>
            <a:chExt cx="2812374" cy="4435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12374" cy="443586"/>
            </a:xfrm>
            <a:custGeom>
              <a:avLst/>
              <a:gdLst/>
              <a:ahLst/>
              <a:cxnLst/>
              <a:rect l="l" t="t" r="r" b="b"/>
              <a:pathLst>
                <a:path w="2812374" h="443586">
                  <a:moveTo>
                    <a:pt x="99869" y="0"/>
                  </a:moveTo>
                  <a:lnTo>
                    <a:pt x="2712504" y="0"/>
                  </a:lnTo>
                  <a:cubicBezTo>
                    <a:pt x="2738991" y="0"/>
                    <a:pt x="2764393" y="10522"/>
                    <a:pt x="2783123" y="29251"/>
                  </a:cubicBezTo>
                  <a:cubicBezTo>
                    <a:pt x="2801852" y="47980"/>
                    <a:pt x="2812374" y="73382"/>
                    <a:pt x="2812374" y="99869"/>
                  </a:cubicBezTo>
                  <a:lnTo>
                    <a:pt x="2812374" y="343717"/>
                  </a:lnTo>
                  <a:cubicBezTo>
                    <a:pt x="2812374" y="370204"/>
                    <a:pt x="2801852" y="395606"/>
                    <a:pt x="2783123" y="414335"/>
                  </a:cubicBezTo>
                  <a:cubicBezTo>
                    <a:pt x="2764393" y="433064"/>
                    <a:pt x="2738991" y="443586"/>
                    <a:pt x="2712504" y="443586"/>
                  </a:cubicBezTo>
                  <a:lnTo>
                    <a:pt x="99869" y="443586"/>
                  </a:lnTo>
                  <a:cubicBezTo>
                    <a:pt x="73382" y="443586"/>
                    <a:pt x="47980" y="433064"/>
                    <a:pt x="29251" y="414335"/>
                  </a:cubicBezTo>
                  <a:cubicBezTo>
                    <a:pt x="10522" y="395606"/>
                    <a:pt x="0" y="370204"/>
                    <a:pt x="0" y="343717"/>
                  </a:cubicBezTo>
                  <a:lnTo>
                    <a:pt x="0" y="99869"/>
                  </a:lnTo>
                  <a:cubicBezTo>
                    <a:pt x="0" y="73382"/>
                    <a:pt x="10522" y="47980"/>
                    <a:pt x="29251" y="29251"/>
                  </a:cubicBezTo>
                  <a:cubicBezTo>
                    <a:pt x="47980" y="10522"/>
                    <a:pt x="73382" y="0"/>
                    <a:pt x="99869" y="0"/>
                  </a:cubicBezTo>
                  <a:close/>
                </a:path>
              </a:pathLst>
            </a:custGeom>
            <a:solidFill>
              <a:srgbClr val="FFBB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812374" cy="500736"/>
            </a:xfrm>
            <a:prstGeom prst="rect">
              <a:avLst/>
            </a:prstGeom>
          </p:spPr>
          <p:txBody>
            <a:bodyPr lIns="57178" tIns="57178" rIns="57178" bIns="57178" rtlCol="0" anchor="ctr"/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07258" y="1409700"/>
            <a:ext cx="7752042" cy="1222704"/>
            <a:chOff x="0" y="0"/>
            <a:chExt cx="2812374" cy="44358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12374" cy="443586"/>
            </a:xfrm>
            <a:custGeom>
              <a:avLst/>
              <a:gdLst/>
              <a:ahLst/>
              <a:cxnLst/>
              <a:rect l="l" t="t" r="r" b="b"/>
              <a:pathLst>
                <a:path w="2812374" h="443586">
                  <a:moveTo>
                    <a:pt x="99869" y="0"/>
                  </a:moveTo>
                  <a:lnTo>
                    <a:pt x="2712504" y="0"/>
                  </a:lnTo>
                  <a:cubicBezTo>
                    <a:pt x="2738991" y="0"/>
                    <a:pt x="2764393" y="10522"/>
                    <a:pt x="2783123" y="29251"/>
                  </a:cubicBezTo>
                  <a:cubicBezTo>
                    <a:pt x="2801852" y="47980"/>
                    <a:pt x="2812374" y="73382"/>
                    <a:pt x="2812374" y="99869"/>
                  </a:cubicBezTo>
                  <a:lnTo>
                    <a:pt x="2812374" y="343717"/>
                  </a:lnTo>
                  <a:cubicBezTo>
                    <a:pt x="2812374" y="370204"/>
                    <a:pt x="2801852" y="395606"/>
                    <a:pt x="2783123" y="414335"/>
                  </a:cubicBezTo>
                  <a:cubicBezTo>
                    <a:pt x="2764393" y="433064"/>
                    <a:pt x="2738991" y="443586"/>
                    <a:pt x="2712504" y="443586"/>
                  </a:cubicBezTo>
                  <a:lnTo>
                    <a:pt x="99869" y="443586"/>
                  </a:lnTo>
                  <a:cubicBezTo>
                    <a:pt x="73382" y="443586"/>
                    <a:pt x="47980" y="433064"/>
                    <a:pt x="29251" y="414335"/>
                  </a:cubicBezTo>
                  <a:cubicBezTo>
                    <a:pt x="10522" y="395606"/>
                    <a:pt x="0" y="370204"/>
                    <a:pt x="0" y="343717"/>
                  </a:cubicBezTo>
                  <a:lnTo>
                    <a:pt x="0" y="99869"/>
                  </a:lnTo>
                  <a:cubicBezTo>
                    <a:pt x="0" y="73382"/>
                    <a:pt x="10522" y="47980"/>
                    <a:pt x="29251" y="29251"/>
                  </a:cubicBezTo>
                  <a:cubicBezTo>
                    <a:pt x="47980" y="10522"/>
                    <a:pt x="73382" y="0"/>
                    <a:pt x="99869" y="0"/>
                  </a:cubicBezTo>
                  <a:close/>
                </a:path>
              </a:pathLst>
            </a:custGeom>
            <a:ln w="38100" cap="rnd">
              <a:solidFill>
                <a:srgbClr val="FFBB00"/>
              </a:soli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812374" cy="500736"/>
            </a:xfrm>
            <a:prstGeom prst="rect">
              <a:avLst/>
            </a:prstGeom>
          </p:spPr>
          <p:txBody>
            <a:bodyPr lIns="57178" tIns="57178" rIns="57178" bIns="57178" rtlCol="0" anchor="ctr"/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843346" y="7238754"/>
            <a:ext cx="2606715" cy="62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862" b="1">
                <a:solidFill>
                  <a:srgbClr val="FFBB0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Tema 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43346" y="1703651"/>
            <a:ext cx="2606715" cy="62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862" b="1">
                <a:solidFill>
                  <a:srgbClr val="FFBB0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Tema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43346" y="3087427"/>
            <a:ext cx="2606715" cy="62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862" b="1">
                <a:solidFill>
                  <a:srgbClr val="181818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Tema 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43346" y="4471203"/>
            <a:ext cx="2606715" cy="62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862" b="1">
                <a:solidFill>
                  <a:srgbClr val="FFBB0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Tema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43346" y="5854979"/>
            <a:ext cx="2606715" cy="62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862" b="1">
                <a:solidFill>
                  <a:srgbClr val="181818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Tema 4</a:t>
            </a:r>
          </a:p>
        </p:txBody>
      </p:sp>
      <p:sp>
        <p:nvSpPr>
          <p:cNvPr id="27" name="AutoShape 27"/>
          <p:cNvSpPr/>
          <p:nvPr/>
        </p:nvSpPr>
        <p:spPr>
          <a:xfrm>
            <a:off x="1028700" y="5119688"/>
            <a:ext cx="4229356" cy="0"/>
          </a:xfrm>
          <a:prstGeom prst="line">
            <a:avLst/>
          </a:prstGeom>
          <a:ln w="47625" cap="flat">
            <a:solidFill>
              <a:srgbClr val="FFBB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Box 28"/>
          <p:cNvSpPr txBox="1"/>
          <p:nvPr/>
        </p:nvSpPr>
        <p:spPr>
          <a:xfrm>
            <a:off x="12412308" y="1666509"/>
            <a:ext cx="4638063" cy="73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s-CO" sz="3600" dirty="0">
                <a:solidFill>
                  <a:srgbClr val="FFFFFF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Descripción de la empresa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C05E6934-F487-4C37-BA89-4629CE55679D}"/>
              </a:ext>
            </a:extLst>
          </p:cNvPr>
          <p:cNvSpPr txBox="1"/>
          <p:nvPr/>
        </p:nvSpPr>
        <p:spPr>
          <a:xfrm>
            <a:off x="12453778" y="3093100"/>
            <a:ext cx="4638063" cy="73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s-CO" sz="3600" dirty="0">
                <a:latin typeface="Centra No2 Light"/>
                <a:ea typeface="Centra No2 Light"/>
                <a:cs typeface="Centra No2 Light"/>
                <a:sym typeface="Centra No2 Light"/>
              </a:rPr>
              <a:t>Planteamiento del problema</a:t>
            </a:r>
          </a:p>
        </p:txBody>
      </p:sp>
      <p:sp>
        <p:nvSpPr>
          <p:cNvPr id="35" name="TextBox 28">
            <a:extLst>
              <a:ext uri="{FF2B5EF4-FFF2-40B4-BE49-F238E27FC236}">
                <a16:creationId xmlns:a16="http://schemas.microsoft.com/office/drawing/2014/main" id="{776AF9DB-F489-40A2-9510-45A988606F4E}"/>
              </a:ext>
            </a:extLst>
          </p:cNvPr>
          <p:cNvSpPr txBox="1"/>
          <p:nvPr/>
        </p:nvSpPr>
        <p:spPr>
          <a:xfrm>
            <a:off x="12477191" y="4640668"/>
            <a:ext cx="4638063" cy="387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s-CO" sz="3600" dirty="0">
                <a:solidFill>
                  <a:srgbClr val="FFFFFF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Objetivos</a:t>
            </a:r>
          </a:p>
        </p:txBody>
      </p:sp>
      <p:sp>
        <p:nvSpPr>
          <p:cNvPr id="36" name="TextBox 28">
            <a:extLst>
              <a:ext uri="{FF2B5EF4-FFF2-40B4-BE49-F238E27FC236}">
                <a16:creationId xmlns:a16="http://schemas.microsoft.com/office/drawing/2014/main" id="{03996F3C-3BBA-4F5C-B662-A20CFE127840}"/>
              </a:ext>
            </a:extLst>
          </p:cNvPr>
          <p:cNvSpPr txBox="1"/>
          <p:nvPr/>
        </p:nvSpPr>
        <p:spPr>
          <a:xfrm>
            <a:off x="12535649" y="6029838"/>
            <a:ext cx="4638063" cy="387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s-CO" sz="3600" dirty="0">
                <a:solidFill>
                  <a:srgbClr val="FFFFFF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Metodología</a:t>
            </a: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D3D26C57-2564-4A08-8144-D65E8E5BEB63}"/>
              </a:ext>
            </a:extLst>
          </p:cNvPr>
          <p:cNvSpPr txBox="1"/>
          <p:nvPr/>
        </p:nvSpPr>
        <p:spPr>
          <a:xfrm>
            <a:off x="12543150" y="7305309"/>
            <a:ext cx="4572104" cy="73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s-CO" sz="3600" dirty="0">
                <a:solidFill>
                  <a:srgbClr val="FFFFFF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Resultados y discusión</a:t>
            </a:r>
          </a:p>
        </p:txBody>
      </p:sp>
      <p:grpSp>
        <p:nvGrpSpPr>
          <p:cNvPr id="38" name="Group 8">
            <a:extLst>
              <a:ext uri="{FF2B5EF4-FFF2-40B4-BE49-F238E27FC236}">
                <a16:creationId xmlns:a16="http://schemas.microsoft.com/office/drawing/2014/main" id="{85EF7613-B032-4944-867B-68C89B0EBEF7}"/>
              </a:ext>
            </a:extLst>
          </p:cNvPr>
          <p:cNvGrpSpPr/>
          <p:nvPr/>
        </p:nvGrpSpPr>
        <p:grpSpPr>
          <a:xfrm>
            <a:off x="9448800" y="8420100"/>
            <a:ext cx="7752042" cy="1222704"/>
            <a:chOff x="0" y="0"/>
            <a:chExt cx="2812374" cy="443586"/>
          </a:xfrm>
        </p:grpSpPr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EDCC7701-F453-488A-AA02-771FA3722410}"/>
                </a:ext>
              </a:extLst>
            </p:cNvPr>
            <p:cNvSpPr/>
            <p:nvPr/>
          </p:nvSpPr>
          <p:spPr>
            <a:xfrm>
              <a:off x="0" y="0"/>
              <a:ext cx="2812374" cy="443586"/>
            </a:xfrm>
            <a:custGeom>
              <a:avLst/>
              <a:gdLst/>
              <a:ahLst/>
              <a:cxnLst/>
              <a:rect l="l" t="t" r="r" b="b"/>
              <a:pathLst>
                <a:path w="2812374" h="443586">
                  <a:moveTo>
                    <a:pt x="99869" y="0"/>
                  </a:moveTo>
                  <a:lnTo>
                    <a:pt x="2712504" y="0"/>
                  </a:lnTo>
                  <a:cubicBezTo>
                    <a:pt x="2738991" y="0"/>
                    <a:pt x="2764393" y="10522"/>
                    <a:pt x="2783123" y="29251"/>
                  </a:cubicBezTo>
                  <a:cubicBezTo>
                    <a:pt x="2801852" y="47980"/>
                    <a:pt x="2812374" y="73382"/>
                    <a:pt x="2812374" y="99869"/>
                  </a:cubicBezTo>
                  <a:lnTo>
                    <a:pt x="2812374" y="343717"/>
                  </a:lnTo>
                  <a:cubicBezTo>
                    <a:pt x="2812374" y="370204"/>
                    <a:pt x="2801852" y="395606"/>
                    <a:pt x="2783123" y="414335"/>
                  </a:cubicBezTo>
                  <a:cubicBezTo>
                    <a:pt x="2764393" y="433064"/>
                    <a:pt x="2738991" y="443586"/>
                    <a:pt x="2712504" y="443586"/>
                  </a:cubicBezTo>
                  <a:lnTo>
                    <a:pt x="99869" y="443586"/>
                  </a:lnTo>
                  <a:cubicBezTo>
                    <a:pt x="73382" y="443586"/>
                    <a:pt x="47980" y="433064"/>
                    <a:pt x="29251" y="414335"/>
                  </a:cubicBezTo>
                  <a:cubicBezTo>
                    <a:pt x="10522" y="395606"/>
                    <a:pt x="0" y="370204"/>
                    <a:pt x="0" y="343717"/>
                  </a:cubicBezTo>
                  <a:lnTo>
                    <a:pt x="0" y="99869"/>
                  </a:lnTo>
                  <a:cubicBezTo>
                    <a:pt x="0" y="73382"/>
                    <a:pt x="10522" y="47980"/>
                    <a:pt x="29251" y="29251"/>
                  </a:cubicBezTo>
                  <a:cubicBezTo>
                    <a:pt x="47980" y="10522"/>
                    <a:pt x="73382" y="0"/>
                    <a:pt x="99869" y="0"/>
                  </a:cubicBezTo>
                  <a:close/>
                </a:path>
              </a:pathLst>
            </a:custGeom>
            <a:solidFill>
              <a:srgbClr val="FFBB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0" name="TextBox 10">
              <a:extLst>
                <a:ext uri="{FF2B5EF4-FFF2-40B4-BE49-F238E27FC236}">
                  <a16:creationId xmlns:a16="http://schemas.microsoft.com/office/drawing/2014/main" id="{28085E07-B7AA-42C8-8929-113D907F4714}"/>
                </a:ext>
              </a:extLst>
            </p:cNvPr>
            <p:cNvSpPr txBox="1"/>
            <p:nvPr/>
          </p:nvSpPr>
          <p:spPr>
            <a:xfrm>
              <a:off x="0" y="-57150"/>
              <a:ext cx="2812374" cy="500736"/>
            </a:xfrm>
            <a:prstGeom prst="rect">
              <a:avLst/>
            </a:prstGeom>
          </p:spPr>
          <p:txBody>
            <a:bodyPr lIns="57178" tIns="57178" rIns="57178" bIns="57178" rtlCol="0" anchor="ctr"/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26">
            <a:extLst>
              <a:ext uri="{FF2B5EF4-FFF2-40B4-BE49-F238E27FC236}">
                <a16:creationId xmlns:a16="http://schemas.microsoft.com/office/drawing/2014/main" id="{15905DF8-44CA-4BCC-ADD8-B52AEDE86ABB}"/>
              </a:ext>
            </a:extLst>
          </p:cNvPr>
          <p:cNvSpPr txBox="1"/>
          <p:nvPr/>
        </p:nvSpPr>
        <p:spPr>
          <a:xfrm>
            <a:off x="9784888" y="8704111"/>
            <a:ext cx="2606715" cy="62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862" b="1">
                <a:solidFill>
                  <a:srgbClr val="181818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Tema 4</a:t>
            </a:r>
          </a:p>
        </p:txBody>
      </p:sp>
      <p:sp>
        <p:nvSpPr>
          <p:cNvPr id="42" name="TextBox 28">
            <a:extLst>
              <a:ext uri="{FF2B5EF4-FFF2-40B4-BE49-F238E27FC236}">
                <a16:creationId xmlns:a16="http://schemas.microsoft.com/office/drawing/2014/main" id="{AADB5EB2-9D9D-486D-BA3D-079FC7FD45A5}"/>
              </a:ext>
            </a:extLst>
          </p:cNvPr>
          <p:cNvSpPr txBox="1"/>
          <p:nvPr/>
        </p:nvSpPr>
        <p:spPr>
          <a:xfrm>
            <a:off x="12477191" y="8704111"/>
            <a:ext cx="5059739" cy="73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s-CO" sz="3600" dirty="0">
                <a:solidFill>
                  <a:srgbClr val="FFFFFF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Conclusiones y recomendaciones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70144">
            <a:off x="11265174" y="5136879"/>
            <a:ext cx="11988252" cy="12986829"/>
          </a:xfrm>
          <a:custGeom>
            <a:avLst/>
            <a:gdLst/>
            <a:ahLst/>
            <a:cxnLst/>
            <a:rect l="l" t="t" r="r" b="b"/>
            <a:pathLst>
              <a:path w="11988252" h="12986829">
                <a:moveTo>
                  <a:pt x="0" y="0"/>
                </a:moveTo>
                <a:lnTo>
                  <a:pt x="11988252" y="0"/>
                </a:lnTo>
                <a:lnTo>
                  <a:pt x="11988252" y="12986828"/>
                </a:lnTo>
                <a:lnTo>
                  <a:pt x="0" y="1298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2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304800" y="876300"/>
            <a:ext cx="10959436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03"/>
              </a:lnSpc>
            </a:pPr>
            <a:r>
              <a:rPr lang="es-CO" sz="6525" b="1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Description de la empresa</a:t>
            </a:r>
          </a:p>
        </p:txBody>
      </p:sp>
      <p:sp>
        <p:nvSpPr>
          <p:cNvPr id="6" name="Freeform 6"/>
          <p:cNvSpPr/>
          <p:nvPr/>
        </p:nvSpPr>
        <p:spPr>
          <a:xfrm rot="864814">
            <a:off x="16717109" y="451135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864814">
            <a:off x="-635506" y="-96513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19"/>
                </a:lnTo>
                <a:lnTo>
                  <a:pt x="0" y="257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9137A06-0A00-405D-85F4-B7F6B4874A61}"/>
              </a:ext>
            </a:extLst>
          </p:cNvPr>
          <p:cNvSpPr txBox="1"/>
          <p:nvPr/>
        </p:nvSpPr>
        <p:spPr>
          <a:xfrm>
            <a:off x="1143000" y="2391599"/>
            <a:ext cx="16078200" cy="1217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Lorem ipsum dolor sit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amet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consectetur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adipiscing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elit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sed do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eiusmod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tempor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incididunt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labore et dolore magna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 Ut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enim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ad minim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veniam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quis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nostrud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exercitation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ullamco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laboris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nisi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aliquip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commodo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consequat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70144">
            <a:off x="11265174" y="5136879"/>
            <a:ext cx="11988252" cy="12986829"/>
          </a:xfrm>
          <a:custGeom>
            <a:avLst/>
            <a:gdLst/>
            <a:ahLst/>
            <a:cxnLst/>
            <a:rect l="l" t="t" r="r" b="b"/>
            <a:pathLst>
              <a:path w="11988252" h="12986829">
                <a:moveTo>
                  <a:pt x="0" y="0"/>
                </a:moveTo>
                <a:lnTo>
                  <a:pt x="11988252" y="0"/>
                </a:lnTo>
                <a:lnTo>
                  <a:pt x="11988252" y="12986828"/>
                </a:lnTo>
                <a:lnTo>
                  <a:pt x="0" y="1298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2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51854" y="721358"/>
            <a:ext cx="141732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6525" b="1" dirty="0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Planteamiento del problema</a:t>
            </a:r>
          </a:p>
        </p:txBody>
      </p:sp>
      <p:sp>
        <p:nvSpPr>
          <p:cNvPr id="6" name="Freeform 6"/>
          <p:cNvSpPr/>
          <p:nvPr/>
        </p:nvSpPr>
        <p:spPr>
          <a:xfrm rot="864814">
            <a:off x="16717109" y="451135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864814">
            <a:off x="-635506" y="-96513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19"/>
                </a:lnTo>
                <a:lnTo>
                  <a:pt x="0" y="257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DE9B408-A078-4719-A12F-16DAB110FA16}"/>
              </a:ext>
            </a:extLst>
          </p:cNvPr>
          <p:cNvSpPr txBox="1"/>
          <p:nvPr/>
        </p:nvSpPr>
        <p:spPr>
          <a:xfrm>
            <a:off x="1143000" y="2391599"/>
            <a:ext cx="16078200" cy="1217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Lorem ipsum dolor sit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amet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consectetur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adipiscing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elit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sed do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eiusmod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tempor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incididunt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labore et dolore magna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 Ut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enim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ad minim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veniam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quis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nostrud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exercitation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ullamco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laboris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nisi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aliquip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commodo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consequat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82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1A8A7-A3D5-1E1E-C21E-76B5EA920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4CB567-6029-7E2A-E574-22F3F75F5C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2201526" y="4200528"/>
            <a:ext cx="4650834" cy="7522114"/>
          </a:xfrm>
          <a:custGeom>
            <a:avLst/>
            <a:gdLst/>
            <a:ahLst/>
            <a:cxnLst/>
            <a:rect l="l" t="t" r="r" b="b"/>
            <a:pathLst>
              <a:path w="11988252" h="12986829">
                <a:moveTo>
                  <a:pt x="0" y="0"/>
                </a:moveTo>
                <a:lnTo>
                  <a:pt x="11988252" y="0"/>
                </a:lnTo>
                <a:lnTo>
                  <a:pt x="11988252" y="12986828"/>
                </a:lnTo>
                <a:lnTo>
                  <a:pt x="0" y="1298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70" t="-72649" r="-15776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D6BB9E-021C-46F0-44BA-1FD14ADCE14A}"/>
              </a:ext>
            </a:extLst>
          </p:cNvPr>
          <p:cNvSpPr txBox="1"/>
          <p:nvPr/>
        </p:nvSpPr>
        <p:spPr>
          <a:xfrm>
            <a:off x="1295400" y="803863"/>
            <a:ext cx="459454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6525" b="1" dirty="0">
                <a:solidFill>
                  <a:schemeClr val="bg1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Objetivos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95FFAD6-F98C-30A7-666A-2B082FAF1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17109" y="4511355"/>
            <a:ext cx="1570891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3902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FFC40B0-A498-7DF1-7BD0-68817EBB1E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939214" cy="1609584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19"/>
                </a:lnTo>
                <a:lnTo>
                  <a:pt x="0" y="257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772" t="-59962" r="1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58A794F-30F3-45A7-93BB-1ABE3F7EF8E1}"/>
              </a:ext>
            </a:extLst>
          </p:cNvPr>
          <p:cNvSpPr txBox="1"/>
          <p:nvPr/>
        </p:nvSpPr>
        <p:spPr>
          <a:xfrm>
            <a:off x="1143000" y="2391599"/>
            <a:ext cx="16078200" cy="1217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Lorem ipsum dolor sit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amet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consectetur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adipiscing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elit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, sed do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eiusmod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tempor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incididunt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labore et dolore magna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aliqua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. Ut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enim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ad minim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veniam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quis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nostrud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exercitation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ullamco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laboris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nisi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aliquip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ex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ea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commodo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consequat</a:t>
            </a:r>
            <a:r>
              <a:rPr lang="en-US" sz="2499" dirty="0">
                <a:solidFill>
                  <a:schemeClr val="bg1"/>
                </a:solidFill>
                <a:latin typeface="Centra No2 Light"/>
                <a:ea typeface="Centra No2 Light"/>
                <a:cs typeface="Centra No2 Light"/>
                <a:sym typeface="Centra No2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155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70144">
            <a:off x="11265174" y="5136879"/>
            <a:ext cx="11988252" cy="12986829"/>
          </a:xfrm>
          <a:custGeom>
            <a:avLst/>
            <a:gdLst/>
            <a:ahLst/>
            <a:cxnLst/>
            <a:rect l="l" t="t" r="r" b="b"/>
            <a:pathLst>
              <a:path w="11988252" h="12986829">
                <a:moveTo>
                  <a:pt x="0" y="0"/>
                </a:moveTo>
                <a:lnTo>
                  <a:pt x="11988252" y="0"/>
                </a:lnTo>
                <a:lnTo>
                  <a:pt x="11988252" y="12986828"/>
                </a:lnTo>
                <a:lnTo>
                  <a:pt x="0" y="1298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2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51854" y="721358"/>
            <a:ext cx="141732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6525" b="1" dirty="0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Metodología</a:t>
            </a:r>
          </a:p>
        </p:txBody>
      </p:sp>
      <p:sp>
        <p:nvSpPr>
          <p:cNvPr id="6" name="Freeform 6"/>
          <p:cNvSpPr/>
          <p:nvPr/>
        </p:nvSpPr>
        <p:spPr>
          <a:xfrm rot="864814">
            <a:off x="16717109" y="451135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864814">
            <a:off x="-635506" y="-96513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19"/>
                </a:lnTo>
                <a:lnTo>
                  <a:pt x="0" y="257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BCAE960-DE58-4B54-A2E5-E26D35D5915E}"/>
              </a:ext>
            </a:extLst>
          </p:cNvPr>
          <p:cNvSpPr txBox="1"/>
          <p:nvPr/>
        </p:nvSpPr>
        <p:spPr>
          <a:xfrm>
            <a:off x="1143000" y="2391599"/>
            <a:ext cx="16078200" cy="1217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Lorem ipsum dolor sit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amet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consectetur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adipiscing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elit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sed do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eiusmod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tempor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incididunt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labore et dolore magna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 Ut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enim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ad minim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veniam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quis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nostrud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exercitation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ullamco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laboris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nisi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aliquip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commodo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consequat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8390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70144">
            <a:off x="11265174" y="5136879"/>
            <a:ext cx="11988252" cy="12986829"/>
          </a:xfrm>
          <a:custGeom>
            <a:avLst/>
            <a:gdLst/>
            <a:ahLst/>
            <a:cxnLst/>
            <a:rect l="l" t="t" r="r" b="b"/>
            <a:pathLst>
              <a:path w="11988252" h="12986829">
                <a:moveTo>
                  <a:pt x="0" y="0"/>
                </a:moveTo>
                <a:lnTo>
                  <a:pt x="11988252" y="0"/>
                </a:lnTo>
                <a:lnTo>
                  <a:pt x="11988252" y="12986828"/>
                </a:lnTo>
                <a:lnTo>
                  <a:pt x="0" y="1298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2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51854" y="721358"/>
            <a:ext cx="141732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6525" b="1" dirty="0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Resultados y discusión</a:t>
            </a:r>
          </a:p>
        </p:txBody>
      </p:sp>
      <p:sp>
        <p:nvSpPr>
          <p:cNvPr id="6" name="Freeform 6"/>
          <p:cNvSpPr/>
          <p:nvPr/>
        </p:nvSpPr>
        <p:spPr>
          <a:xfrm rot="864814">
            <a:off x="16717109" y="451135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864814">
            <a:off x="-635506" y="-96513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19"/>
                </a:lnTo>
                <a:lnTo>
                  <a:pt x="0" y="257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D6FDA79-B4A1-4C80-A52F-2C412531A5D3}"/>
              </a:ext>
            </a:extLst>
          </p:cNvPr>
          <p:cNvSpPr txBox="1"/>
          <p:nvPr/>
        </p:nvSpPr>
        <p:spPr>
          <a:xfrm>
            <a:off x="657716" y="1704151"/>
            <a:ext cx="5971684" cy="700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4400" b="1" dirty="0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Informe de funciones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F40F3-066E-4741-8618-ECA370C2E373}"/>
              </a:ext>
            </a:extLst>
          </p:cNvPr>
          <p:cNvSpPr txBox="1"/>
          <p:nvPr/>
        </p:nvSpPr>
        <p:spPr>
          <a:xfrm>
            <a:off x="687022" y="2638680"/>
            <a:ext cx="17067577" cy="1217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Lorem ipsum dolor sit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amet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consectetur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adipiscing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elit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sed do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eiusmod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tempor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incididunt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labore et dolore magna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 Ut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enim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ad minim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veniam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quis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nostrud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exercitation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ullamco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laboris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nisi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aliquip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commodo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consequat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486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70144">
            <a:off x="11265174" y="5136879"/>
            <a:ext cx="11988252" cy="12986829"/>
          </a:xfrm>
          <a:custGeom>
            <a:avLst/>
            <a:gdLst/>
            <a:ahLst/>
            <a:cxnLst/>
            <a:rect l="l" t="t" r="r" b="b"/>
            <a:pathLst>
              <a:path w="11988252" h="12986829">
                <a:moveTo>
                  <a:pt x="0" y="0"/>
                </a:moveTo>
                <a:lnTo>
                  <a:pt x="11988252" y="0"/>
                </a:lnTo>
                <a:lnTo>
                  <a:pt x="11988252" y="12986828"/>
                </a:lnTo>
                <a:lnTo>
                  <a:pt x="0" y="1298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2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51854" y="721358"/>
            <a:ext cx="141732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6525" b="1" dirty="0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Resultados y discusión</a:t>
            </a:r>
          </a:p>
        </p:txBody>
      </p:sp>
      <p:sp>
        <p:nvSpPr>
          <p:cNvPr id="6" name="Freeform 6"/>
          <p:cNvSpPr/>
          <p:nvPr/>
        </p:nvSpPr>
        <p:spPr>
          <a:xfrm rot="864814">
            <a:off x="16717109" y="451135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864814">
            <a:off x="-635506" y="-96513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19"/>
                </a:lnTo>
                <a:lnTo>
                  <a:pt x="0" y="257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D6FDA79-B4A1-4C80-A52F-2C412531A5D3}"/>
              </a:ext>
            </a:extLst>
          </p:cNvPr>
          <p:cNvSpPr txBox="1"/>
          <p:nvPr/>
        </p:nvSpPr>
        <p:spPr>
          <a:xfrm>
            <a:off x="657716" y="1704151"/>
            <a:ext cx="5971684" cy="700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4400" b="1" dirty="0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Logros alcanzados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C9186-7530-4123-9CA2-841348E3DB01}"/>
              </a:ext>
            </a:extLst>
          </p:cNvPr>
          <p:cNvSpPr txBox="1"/>
          <p:nvPr/>
        </p:nvSpPr>
        <p:spPr>
          <a:xfrm>
            <a:off x="640130" y="2713142"/>
            <a:ext cx="16885869" cy="1217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Lorem ipsum dolor sit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amet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consectetur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adipiscing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elit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sed do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eiusmod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tempor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incididunt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labore et dolore magna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 Ut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enim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ad minim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veniam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quis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nostrud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exercitation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ullamco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laboris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nisi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aliquip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commodo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consequat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9211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70144">
            <a:off x="11265174" y="5136879"/>
            <a:ext cx="11988252" cy="12986829"/>
          </a:xfrm>
          <a:custGeom>
            <a:avLst/>
            <a:gdLst/>
            <a:ahLst/>
            <a:cxnLst/>
            <a:rect l="l" t="t" r="r" b="b"/>
            <a:pathLst>
              <a:path w="11988252" h="12986829">
                <a:moveTo>
                  <a:pt x="0" y="0"/>
                </a:moveTo>
                <a:lnTo>
                  <a:pt x="11988252" y="0"/>
                </a:lnTo>
                <a:lnTo>
                  <a:pt x="11988252" y="12986828"/>
                </a:lnTo>
                <a:lnTo>
                  <a:pt x="0" y="1298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2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51854" y="721358"/>
            <a:ext cx="141732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6525" b="1" dirty="0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Conclusiones y recomendaciones </a:t>
            </a:r>
          </a:p>
        </p:txBody>
      </p:sp>
      <p:sp>
        <p:nvSpPr>
          <p:cNvPr id="6" name="Freeform 6"/>
          <p:cNvSpPr/>
          <p:nvPr/>
        </p:nvSpPr>
        <p:spPr>
          <a:xfrm rot="864814">
            <a:off x="16717109" y="451135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864814">
            <a:off x="-635506" y="-96513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19"/>
                </a:lnTo>
                <a:lnTo>
                  <a:pt x="0" y="257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1878435-1F03-4EF0-8AC1-B5837093E426}"/>
              </a:ext>
            </a:extLst>
          </p:cNvPr>
          <p:cNvSpPr txBox="1"/>
          <p:nvPr/>
        </p:nvSpPr>
        <p:spPr>
          <a:xfrm>
            <a:off x="709390" y="2197090"/>
            <a:ext cx="16549910" cy="1217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Lorem ipsum dolor sit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amet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consectetur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adipiscing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elit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sed do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eiusmod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tempor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incididunt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labore et dolore magna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 Ut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enim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ad minim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veniam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quis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nostrud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exercitation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ullamco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laboris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nisi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aliquip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commodo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consequat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4326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70144">
            <a:off x="11265174" y="5136879"/>
            <a:ext cx="11988252" cy="12986829"/>
          </a:xfrm>
          <a:custGeom>
            <a:avLst/>
            <a:gdLst/>
            <a:ahLst/>
            <a:cxnLst/>
            <a:rect l="l" t="t" r="r" b="b"/>
            <a:pathLst>
              <a:path w="11988252" h="12986829">
                <a:moveTo>
                  <a:pt x="0" y="0"/>
                </a:moveTo>
                <a:lnTo>
                  <a:pt x="11988252" y="0"/>
                </a:lnTo>
                <a:lnTo>
                  <a:pt x="11988252" y="12986828"/>
                </a:lnTo>
                <a:lnTo>
                  <a:pt x="0" y="1298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2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51854" y="721358"/>
            <a:ext cx="141732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3"/>
              </a:lnSpc>
            </a:pPr>
            <a:r>
              <a:rPr lang="es-CO" sz="6525" b="1" dirty="0">
                <a:solidFill>
                  <a:srgbClr val="280206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Referencias</a:t>
            </a:r>
          </a:p>
        </p:txBody>
      </p:sp>
      <p:sp>
        <p:nvSpPr>
          <p:cNvPr id="6" name="Freeform 6"/>
          <p:cNvSpPr/>
          <p:nvPr/>
        </p:nvSpPr>
        <p:spPr>
          <a:xfrm rot="864814">
            <a:off x="16717109" y="451135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20"/>
                </a:lnTo>
                <a:lnTo>
                  <a:pt x="0" y="257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864814">
            <a:off x="-635506" y="-965135"/>
            <a:ext cx="2574720" cy="2574720"/>
          </a:xfrm>
          <a:custGeom>
            <a:avLst/>
            <a:gdLst/>
            <a:ahLst/>
            <a:cxnLst/>
            <a:rect l="l" t="t" r="r" b="b"/>
            <a:pathLst>
              <a:path w="2574720" h="2574720">
                <a:moveTo>
                  <a:pt x="0" y="0"/>
                </a:moveTo>
                <a:lnTo>
                  <a:pt x="2574720" y="0"/>
                </a:lnTo>
                <a:lnTo>
                  <a:pt x="2574720" y="2574719"/>
                </a:lnTo>
                <a:lnTo>
                  <a:pt x="0" y="257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3A8CDFE-CA72-4399-AF88-D8DC6271169D}"/>
              </a:ext>
            </a:extLst>
          </p:cNvPr>
          <p:cNvSpPr txBox="1"/>
          <p:nvPr/>
        </p:nvSpPr>
        <p:spPr>
          <a:xfrm>
            <a:off x="651854" y="2072340"/>
            <a:ext cx="16874146" cy="1217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Lorem ipsum dolor sit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amet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consectetur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adipiscing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elit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sed do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eiusmod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tempor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incididunt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labore et dolore magna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 Ut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enim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ad minim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veniam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,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quis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nostrud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exercitation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ullamco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laboris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nisi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ut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aliquip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ex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ea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commodo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 </a:t>
            </a:r>
            <a:r>
              <a:rPr lang="en-US" sz="2499" dirty="0" err="1">
                <a:latin typeface="Centra No2 Light"/>
                <a:ea typeface="Centra No2 Light"/>
                <a:cs typeface="Centra No2 Light"/>
                <a:sym typeface="Centra No2 Light"/>
              </a:rPr>
              <a:t>consequat</a:t>
            </a:r>
            <a:r>
              <a:rPr lang="en-US" sz="2499" dirty="0">
                <a:latin typeface="Centra No2 Light"/>
                <a:ea typeface="Centra No2 Light"/>
                <a:cs typeface="Centra No2 Light"/>
                <a:sym typeface="Centra No2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1844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9200624" y="-3649493"/>
            <a:ext cx="40716800" cy="22750512"/>
          </a:xfrm>
          <a:custGeom>
            <a:avLst/>
            <a:gdLst/>
            <a:ahLst/>
            <a:cxnLst/>
            <a:rect l="l" t="t" r="r" b="b"/>
            <a:pathLst>
              <a:path w="40716800" h="22750512">
                <a:moveTo>
                  <a:pt x="0" y="0"/>
                </a:moveTo>
                <a:lnTo>
                  <a:pt x="40716800" y="0"/>
                </a:lnTo>
                <a:lnTo>
                  <a:pt x="40716800" y="22750512"/>
                </a:lnTo>
                <a:lnTo>
                  <a:pt x="0" y="22750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 rot="4070144">
            <a:off x="8399938" y="1396190"/>
            <a:ext cx="12911178" cy="13986630"/>
          </a:xfrm>
          <a:custGeom>
            <a:avLst/>
            <a:gdLst/>
            <a:ahLst/>
            <a:cxnLst/>
            <a:rect l="l" t="t" r="r" b="b"/>
            <a:pathLst>
              <a:path w="12911178" h="13986630">
                <a:moveTo>
                  <a:pt x="0" y="0"/>
                </a:moveTo>
                <a:lnTo>
                  <a:pt x="12911177" y="0"/>
                </a:lnTo>
                <a:lnTo>
                  <a:pt x="12911177" y="13986630"/>
                </a:lnTo>
                <a:lnTo>
                  <a:pt x="0" y="13986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29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" name="Group 5"/>
          <p:cNvGrpSpPr/>
          <p:nvPr/>
        </p:nvGrpSpPr>
        <p:grpSpPr>
          <a:xfrm>
            <a:off x="1028700" y="7756554"/>
            <a:ext cx="1575172" cy="910708"/>
            <a:chOff x="0" y="0"/>
            <a:chExt cx="2100229" cy="121427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50114" cy="1214277"/>
              <a:chOff x="0" y="0"/>
              <a:chExt cx="867410" cy="115189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510" y="165878"/>
                <a:ext cx="580390" cy="670148"/>
              </a:xfrm>
              <a:custGeom>
                <a:avLst/>
                <a:gdLst/>
                <a:ahLst/>
                <a:cxnLst/>
                <a:rect l="l" t="t" r="r" b="b"/>
                <a:pathLst>
                  <a:path w="580390" h="670148">
                    <a:moveTo>
                      <a:pt x="198120" y="670149"/>
                    </a:moveTo>
                    <a:lnTo>
                      <a:pt x="0" y="670149"/>
                    </a:lnTo>
                    <a:lnTo>
                      <a:pt x="383540" y="335074"/>
                    </a:lnTo>
                    <a:lnTo>
                      <a:pt x="0" y="0"/>
                    </a:lnTo>
                    <a:lnTo>
                      <a:pt x="198120" y="0"/>
                    </a:lnTo>
                    <a:lnTo>
                      <a:pt x="580390" y="335074"/>
                    </a:lnTo>
                    <a:close/>
                  </a:path>
                </a:pathLst>
              </a:custGeom>
              <a:solidFill>
                <a:srgbClr val="FFBB00"/>
              </a:solidFill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525057" y="0"/>
              <a:ext cx="1050114" cy="1214277"/>
              <a:chOff x="0" y="0"/>
              <a:chExt cx="867410" cy="11518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3510" y="165878"/>
                <a:ext cx="580390" cy="670148"/>
              </a:xfrm>
              <a:custGeom>
                <a:avLst/>
                <a:gdLst/>
                <a:ahLst/>
                <a:cxnLst/>
                <a:rect l="l" t="t" r="r" b="b"/>
                <a:pathLst>
                  <a:path w="580390" h="670148">
                    <a:moveTo>
                      <a:pt x="198120" y="670149"/>
                    </a:moveTo>
                    <a:lnTo>
                      <a:pt x="0" y="670149"/>
                    </a:lnTo>
                    <a:lnTo>
                      <a:pt x="383540" y="335074"/>
                    </a:lnTo>
                    <a:lnTo>
                      <a:pt x="0" y="0"/>
                    </a:lnTo>
                    <a:lnTo>
                      <a:pt x="198120" y="0"/>
                    </a:lnTo>
                    <a:lnTo>
                      <a:pt x="580390" y="335074"/>
                    </a:lnTo>
                    <a:close/>
                  </a:path>
                </a:pathLst>
              </a:custGeom>
              <a:solidFill>
                <a:srgbClr val="FFBB00"/>
              </a:solidFill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50114" y="0"/>
              <a:ext cx="1050114" cy="1214277"/>
              <a:chOff x="0" y="0"/>
              <a:chExt cx="867410" cy="115189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3510" y="165878"/>
                <a:ext cx="580390" cy="670148"/>
              </a:xfrm>
              <a:custGeom>
                <a:avLst/>
                <a:gdLst/>
                <a:ahLst/>
                <a:cxnLst/>
                <a:rect l="l" t="t" r="r" b="b"/>
                <a:pathLst>
                  <a:path w="580390" h="670148">
                    <a:moveTo>
                      <a:pt x="198120" y="670149"/>
                    </a:moveTo>
                    <a:lnTo>
                      <a:pt x="0" y="670149"/>
                    </a:lnTo>
                    <a:lnTo>
                      <a:pt x="383540" y="335074"/>
                    </a:lnTo>
                    <a:lnTo>
                      <a:pt x="0" y="0"/>
                    </a:lnTo>
                    <a:lnTo>
                      <a:pt x="198120" y="0"/>
                    </a:lnTo>
                    <a:lnTo>
                      <a:pt x="580390" y="335074"/>
                    </a:lnTo>
                    <a:close/>
                  </a:path>
                </a:pathLst>
              </a:custGeom>
              <a:solidFill>
                <a:srgbClr val="FFBB00"/>
              </a:solidFill>
            </p:spPr>
            <p:txBody>
              <a:bodyPr/>
              <a:lstStyle/>
              <a:p>
                <a:endParaRPr lang="es-CO"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028700" y="4034274"/>
            <a:ext cx="9963719" cy="223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22"/>
              </a:lnSpc>
            </a:pPr>
            <a:r>
              <a:rPr lang="en-US" sz="18320" b="1" spc="-366">
                <a:solidFill>
                  <a:srgbClr val="FFBB00"/>
                </a:solidFill>
                <a:latin typeface="Aglet Sans Bold"/>
                <a:ea typeface="Aglet Sans Bold"/>
                <a:cs typeface="Aglet Sans Bold"/>
                <a:sym typeface="Aglet Sans Bold"/>
              </a:rPr>
              <a:t>GRACIAS</a:t>
            </a:r>
          </a:p>
        </p:txBody>
      </p:sp>
      <p:sp>
        <p:nvSpPr>
          <p:cNvPr id="13" name="Freeform 13"/>
          <p:cNvSpPr/>
          <p:nvPr/>
        </p:nvSpPr>
        <p:spPr>
          <a:xfrm>
            <a:off x="9681012" y="-701317"/>
            <a:ext cx="7701968" cy="12780941"/>
          </a:xfrm>
          <a:custGeom>
            <a:avLst/>
            <a:gdLst/>
            <a:ahLst/>
            <a:cxnLst/>
            <a:rect l="l" t="t" r="r" b="b"/>
            <a:pathLst>
              <a:path w="7701968" h="12780941">
                <a:moveTo>
                  <a:pt x="0" y="0"/>
                </a:moveTo>
                <a:lnTo>
                  <a:pt x="7701968" y="0"/>
                </a:lnTo>
                <a:lnTo>
                  <a:pt x="7701968" y="12780941"/>
                </a:lnTo>
                <a:lnTo>
                  <a:pt x="0" y="12780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757" r="-44072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1887378" y="1028700"/>
            <a:ext cx="6040940" cy="1779181"/>
          </a:xfrm>
          <a:custGeom>
            <a:avLst/>
            <a:gdLst/>
            <a:ahLst/>
            <a:cxnLst/>
            <a:rect l="l" t="t" r="r" b="b"/>
            <a:pathLst>
              <a:path w="6040940" h="1779181">
                <a:moveTo>
                  <a:pt x="0" y="0"/>
                </a:moveTo>
                <a:lnTo>
                  <a:pt x="6040940" y="0"/>
                </a:lnTo>
                <a:lnTo>
                  <a:pt x="6040940" y="1779181"/>
                </a:lnTo>
                <a:lnTo>
                  <a:pt x="0" y="1779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390</Words>
  <Application>Microsoft Office PowerPoint</Application>
  <PresentationFormat>Personalizado</PresentationFormat>
  <Paragraphs>35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Calibri</vt:lpstr>
      <vt:lpstr>Arial</vt:lpstr>
      <vt:lpstr>Aglet Sans Bold</vt:lpstr>
      <vt:lpstr>Centra No2 Light</vt:lpstr>
      <vt:lpstr>Aglet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presentaciones Tec Alianza</dc:title>
  <dc:creator>Juliana Maria Romero Rodriguez</dc:creator>
  <cp:lastModifiedBy>LUIS GABRIEL RODRIGUEZ OVALLE</cp:lastModifiedBy>
  <cp:revision>4</cp:revision>
  <dcterms:created xsi:type="dcterms:W3CDTF">2006-08-16T00:00:00Z</dcterms:created>
  <dcterms:modified xsi:type="dcterms:W3CDTF">2026-04-13T16:46:49Z</dcterms:modified>
  <dc:identifier>DAHDLTwnWwc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16bf0e-3932-49f1-98f1-b60824e1d0e4_Enabled">
    <vt:lpwstr>true</vt:lpwstr>
  </property>
  <property fmtid="{D5CDD505-2E9C-101B-9397-08002B2CF9AE}" pid="3" name="MSIP_Label_ca16bf0e-3932-49f1-98f1-b60824e1d0e4_SetDate">
    <vt:lpwstr>2026-03-26T16:42:11Z</vt:lpwstr>
  </property>
  <property fmtid="{D5CDD505-2E9C-101B-9397-08002B2CF9AE}" pid="4" name="MSIP_Label_ca16bf0e-3932-49f1-98f1-b60824e1d0e4_Method">
    <vt:lpwstr>Privileged</vt:lpwstr>
  </property>
  <property fmtid="{D5CDD505-2E9C-101B-9397-08002B2CF9AE}" pid="5" name="MSIP_Label_ca16bf0e-3932-49f1-98f1-b60824e1d0e4_Name">
    <vt:lpwstr>Confidencialidad_documentos</vt:lpwstr>
  </property>
  <property fmtid="{D5CDD505-2E9C-101B-9397-08002B2CF9AE}" pid="6" name="MSIP_Label_ca16bf0e-3932-49f1-98f1-b60824e1d0e4_SiteId">
    <vt:lpwstr>81f7f119-7d67-4738-b748-dc0811d44c1f</vt:lpwstr>
  </property>
  <property fmtid="{D5CDD505-2E9C-101B-9397-08002B2CF9AE}" pid="7" name="MSIP_Label_ca16bf0e-3932-49f1-98f1-b60824e1d0e4_ActionId">
    <vt:lpwstr>f686fe7b-2fab-4dac-8422-d82430fb2991</vt:lpwstr>
  </property>
  <property fmtid="{D5CDD505-2E9C-101B-9397-08002B2CF9AE}" pid="8" name="MSIP_Label_ca16bf0e-3932-49f1-98f1-b60824e1d0e4_ContentBits">
    <vt:lpwstr>1</vt:lpwstr>
  </property>
  <property fmtid="{D5CDD505-2E9C-101B-9397-08002B2CF9AE}" pid="9" name="MSIP_Label_ca16bf0e-3932-49f1-98f1-b60824e1d0e4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Documento/Email Para uso compartido Público</vt:lpwstr>
  </property>
</Properties>
</file>